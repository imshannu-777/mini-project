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29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shannu-777/Mini-Project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840480"/>
            <a:ext cx="2560320" cy="256032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00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Application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by Dama Shanmugam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463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 Stack: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Models: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Gemini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31546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94A3B8"/>
                </a:solidFill>
              </a:rPr>
              <a:t>Department of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Artificial Intelligence &amp; </a:t>
            </a:r>
            <a:r>
              <a:rPr lang="en-US" sz="1100">
                <a:solidFill>
                  <a:schemeClr val="bg1">
                    <a:lumMod val="75000"/>
                  </a:schemeClr>
                </a:solidFill>
              </a:rPr>
              <a:t>Machine Learning  </a:t>
            </a:r>
            <a:r>
              <a:rPr lang="en-US" sz="1100">
                <a:solidFill>
                  <a:srgbClr val="94A3B8"/>
                </a:solidFill>
              </a:rPr>
              <a:t>|  </a:t>
            </a:r>
            <a:r>
              <a:rPr lang="en-US" sz="1100" dirty="0">
                <a:solidFill>
                  <a:srgbClr val="94A3B8"/>
                </a:solidFill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models are powerful but remain inaccessible to most users without a friendly interface. This project addresses three core gaps: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299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visit separate platforms (Claude.ai, Gemini) for each AI — there is no single app supporting both.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0299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334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Barrier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using AI APIs requires coding knowledge, which limits access for non-developers.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0299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6334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090672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lightweight chat tools reset context between messages, leading to repetitive and disconnected conversations.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AI 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or Google (Gemini)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618488"/>
            <a:ext cx="0" cy="502920"/>
          </a:xfrm>
          <a:prstGeom prst="line">
            <a:avLst/>
          </a:prstGeom>
          <a:noFill/>
          <a:ln w="25400">
            <a:solidFill>
              <a:srgbClr val="4FC3F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1214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214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validated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68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checked client-side before first 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551176"/>
            <a:ext cx="0" cy="502920"/>
          </a:xfrm>
          <a:prstGeom prst="line">
            <a:avLst/>
          </a:prstGeom>
          <a:noFill/>
          <a:ln w="25400">
            <a:solidFill>
              <a:srgbClr val="4FC3F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05409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54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sent via REST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00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included each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483864"/>
            <a:ext cx="0" cy="502920"/>
          </a:xfrm>
          <a:prstGeom prst="line">
            <a:avLst/>
          </a:prstGeom>
          <a:noFill/>
          <a:ln w="25400">
            <a:solidFill>
              <a:srgbClr val="4FC3F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98678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86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received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rendered as a chat bubble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74336" y="1188720"/>
            <a:ext cx="3381462" cy="3749040"/>
          </a:xfrm>
          <a:prstGeom prst="roundRect">
            <a:avLst>
              <a:gd name="adj" fmla="val 3000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46320" y="131322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Tech Stack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49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1414" y="1799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1414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structure &amp; layout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1414" y="2371687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141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 &amp; themes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1414" y="298633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1414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API calls, UI updates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1414" y="358063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1414" y="377411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AI (claude-sonnet-4-6)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4924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11414" y="41513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8559" y="437555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(gemini-2.0-flash)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Outcome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53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Claude &amp; Gemini with one click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353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0848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sent with every message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353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0848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animated dots while AI generates response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273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all screen sizes — desktop &amp; mobile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54680" y="3273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9184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Entry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005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entered at runtime, never stored in code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3108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89320" y="3273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703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005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conversation anytime with one button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4FC3F7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working AI chat app using pure HTML, CSS &amp; JavaScript — no frameworks needed.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505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two major AI providers (Anthropic Claude &amp; Google Gemini) through their REST APIs.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16382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real-time conversation with full context memory, typing indicators, and provider-based themes.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7705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87705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how frontend apps can connect to LLMs — the same technology behind ChatGPT &amp; Claude.ai.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82296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94A3B8"/>
                </a:solidFill>
                <a:hlinkClick r:id="rId3"/>
              </a:rPr>
              <a:t>https://github.com/Imshannu-777/Mini-Project.git</a:t>
            </a:r>
            <a:r>
              <a:rPr lang="en-US" sz="1100" dirty="0">
                <a:solidFill>
                  <a:srgbClr val="94A3B8"/>
                </a:solidFill>
              </a:rPr>
              <a:t>    |  Mini Project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384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Chat Application</dc:title>
  <dc:subject>PptxGenJS Presentation</dc:subject>
  <dc:creator>PptxGenJS</dc:creator>
  <cp:lastModifiedBy>Dama Shanmugam</cp:lastModifiedBy>
  <cp:revision>3</cp:revision>
  <dcterms:created xsi:type="dcterms:W3CDTF">2026-06-22T00:16:38Z</dcterms:created>
  <dcterms:modified xsi:type="dcterms:W3CDTF">2026-06-22T02:00:56Z</dcterms:modified>
</cp:coreProperties>
</file>